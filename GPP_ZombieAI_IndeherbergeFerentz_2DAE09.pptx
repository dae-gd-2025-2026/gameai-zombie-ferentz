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B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161858D-9417-489D-A86E-861B82E0C88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add Notes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add Notes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add Notes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add Notes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add Notes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add Notes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846B93-2944-40DF-9804-9FB2CB1C79B8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B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B03629-F92D-49C8-940D-3ACDFA07D3D9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051D74-47D0-47BC-938D-631BE302FAC3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B8CF9D-30CF-4227-9DD8-3E4ECEC741AD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11EF9E-E64C-4606-A9BA-F67FE7984FAD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1A1B2E-A7AA-428B-906C-6133CA7B3A42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B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C864D7-6343-4930-93CE-CEBB652CDF64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2B9956-0590-4F4D-B7A1-5A4C43A987A6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017862-1A44-4ECA-8ACA-481121D56E80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BE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68BF75-2E2E-4BFF-BABA-C472FB8A44C5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BE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BE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76A14A-D720-4D41-96CD-389ADF635B4A}" type="slidenum">
              <a:rPr lang="en-B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GPP Exam: Zombie AI</a:t>
            </a:r>
            <a:endParaRPr lang="en-BE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i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Indeherberge Ferentz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"/>
          <p:cNvPicPr/>
          <p:nvPr/>
        </p:nvPicPr>
        <p:blipFill>
          <a:blip r:embed="rId1"/>
          <a:stretch/>
        </p:blipFill>
        <p:spPr>
          <a:xfrm>
            <a:off x="588240" y="469440"/>
            <a:ext cx="10841760" cy="593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Decision Making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9144000" y="4343400"/>
            <a:ext cx="2286000" cy="40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(in BT action “go in direction” as field size is unknown to brain)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56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Enemy handling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Attack :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BE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focus (ai function) on closest zombie</a:t>
            </a:r>
            <a:endParaRPr lang="en-BE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BE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 weapon</a:t>
            </a:r>
            <a:endParaRPr lang="en-BE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B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Flee :</a:t>
            </a:r>
            <a:endParaRPr lang="en-B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BE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get average vec of all zombies in threat range</a:t>
            </a:r>
            <a:endParaRPr lang="en-BE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BE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Sprint (double speed)</a:t>
            </a:r>
            <a:endParaRPr lang="en-BE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"/>
          <p:cNvPicPr/>
          <p:nvPr/>
        </p:nvPicPr>
        <p:blipFill>
          <a:blip r:embed="rId1"/>
          <a:stretch/>
        </p:blipFill>
        <p:spPr>
          <a:xfrm>
            <a:off x="685800" y="5257800"/>
            <a:ext cx="7543800" cy="126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"/>
          <p:cNvPicPr/>
          <p:nvPr/>
        </p:nvPicPr>
        <p:blipFill>
          <a:blip r:embed="rId2"/>
          <a:stretch/>
        </p:blipFill>
        <p:spPr>
          <a:xfrm>
            <a:off x="7571880" y="914400"/>
            <a:ext cx="2257920" cy="195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"/>
          <p:cNvPicPr/>
          <p:nvPr/>
        </p:nvPicPr>
        <p:blipFill>
          <a:blip r:embed="rId3"/>
          <a:stretch/>
        </p:blipFill>
        <p:spPr>
          <a:xfrm>
            <a:off x="7315200" y="3183120"/>
            <a:ext cx="2825280" cy="1617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Inventory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BE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priority is weapons.</a:t>
            </a:r>
            <a:endParaRPr lang="en-BE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BE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If the survivor has a weapon, all items are accepted.</a:t>
            </a:r>
            <a:endParaRPr lang="en-BE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BE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If an item is not picked up, it’s remembered</a:t>
            </a:r>
            <a:endParaRPr lang="en-BE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BE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Except for garbage, which is picked up and discarded to remove from world</a:t>
            </a:r>
            <a:endParaRPr lang="en-BE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8" name=""/>
          <p:cNvPicPr/>
          <p:nvPr/>
        </p:nvPicPr>
        <p:blipFill>
          <a:blip r:embed="rId1"/>
          <a:stretch/>
        </p:blipFill>
        <p:spPr>
          <a:xfrm>
            <a:off x="457200" y="3657600"/>
            <a:ext cx="10769760" cy="2882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Movement - Steering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8212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BE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 targeted movement (ex looting) it uses ai move to to take he shortest path.</a:t>
            </a:r>
            <a:endParaRPr lang="en-BE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BE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 directed movement (ex fleeing, searching) it uses a vector decided by the brain.</a:t>
            </a:r>
            <a:endParaRPr lang="en-BE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BE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 particular steering is used, but when searching he will take a random direction away from the known zombies.</a:t>
            </a:r>
            <a:endParaRPr lang="en-BE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BE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B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86160" y="22860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Movement - Exploration</a:t>
            </a:r>
            <a:endParaRPr lang="en-BE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0" y="1371600"/>
            <a:ext cx="68580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BE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The agent first looks around in all 4 directions to spot any nearby houses.</a:t>
            </a:r>
            <a:endParaRPr lang="en-BE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BE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If a house is spoted, he will go to it’s center and look around, picking up items as he sees them (see item handeling)</a:t>
            </a:r>
            <a:endParaRPr lang="en-BE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BE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On an interval, he will reset all visited houses back to “to visit houses” to help him stay around the vilages and in case items would respawn/he missed some items</a:t>
            </a:r>
            <a:endParaRPr lang="en-BE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BE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After he will start searching in a direction (away from known zombies), looking around intermediatly for any houses.</a:t>
            </a:r>
            <a:endParaRPr lang="en-BE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BE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Once he has reached too far away from the world center he will go to a random position near the center and continue his search. This doesnt happen in the brain, as he brain can’t tell when he’s hitting the world edge, so i opted to have it in the behaviour action “go to direction” instead. Re-searching old houses will prevent him from needing this, but when fleeing he might stray too far.</a:t>
            </a:r>
            <a:endParaRPr lang="en-BE" sz="1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"/>
          <p:cNvPicPr/>
          <p:nvPr/>
        </p:nvPicPr>
        <p:blipFill>
          <a:blip r:embed="rId1"/>
          <a:stretch/>
        </p:blipFill>
        <p:spPr>
          <a:xfrm>
            <a:off x="622080" y="4572000"/>
            <a:ext cx="4178520" cy="228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"/>
          <p:cNvPicPr/>
          <p:nvPr/>
        </p:nvPicPr>
        <p:blipFill>
          <a:blip r:embed="rId2"/>
          <a:stretch/>
        </p:blipFill>
        <p:spPr>
          <a:xfrm>
            <a:off x="7543800" y="457200"/>
            <a:ext cx="3046320" cy="182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"/>
          <p:cNvPicPr/>
          <p:nvPr/>
        </p:nvPicPr>
        <p:blipFill>
          <a:blip r:embed="rId3"/>
          <a:stretch/>
        </p:blipFill>
        <p:spPr>
          <a:xfrm>
            <a:off x="7543800" y="2514600"/>
            <a:ext cx="3362760" cy="137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"/>
          <p:cNvPicPr/>
          <p:nvPr/>
        </p:nvPicPr>
        <p:blipFill>
          <a:blip r:embed="rId4"/>
          <a:stretch/>
        </p:blipFill>
        <p:spPr>
          <a:xfrm>
            <a:off x="6593400" y="4343400"/>
            <a:ext cx="5293800" cy="228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LibreOffice/25.8.6.2$Windows_X86_64 LibreOffice_project/b4b39682cd9868fa725bc664aff94278d315bd04</Application>
  <AppVersion>15.0000</AppVersion>
  <Words>152</Words>
  <Paragraphs>18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2021-12-17T12:45:32Z</dcterms:created>
  <dc:creator>Vandaele Yosha</dc:creator>
  <dc:description/>
  <dc:language>en-US</dc:language>
  <cp:lastModifiedBy/>
  <dcterms:modified xsi:type="dcterms:W3CDTF">2026-06-07T23:41:45Z</dcterms:modified>
  <cp:revision>3</cp:revision>
  <dc:subject/>
  <dc:title>GPP Exam: Zombie AI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  <property fmtid="{D5CDD505-2E9C-101B-9397-08002B2CF9AE}" pid="5" name="PresentationFormat">
    <vt:lpwstr>Widescreen</vt:lpwstr>
  </property>
  <property fmtid="{D5CDD505-2E9C-101B-9397-08002B2CF9AE}" pid="6" name="Slides">
    <vt:i4>7</vt:i4>
  </property>
</Properties>
</file>